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2651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IT Operations — Unified, Intelligent, Automated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3145536"/>
            <a:ext cx="2926080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2369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Presentation  |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4480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 |  IBM Hong Kong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8449056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" y="1481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IT Ops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86537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visibility, alert fatigue &amp; risk gaps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91440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60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6537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IT Ops across hybrid environments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060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08192" y="1481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08192" y="186537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· Optimize · Protect · Resilience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6517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" y="3218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Outcomes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" y="360273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resolution, lower risk, real ROI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45536" y="26517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10128" y="3218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360273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AI-driven, open, and enterprise-proven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6517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08192" y="3218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08192" y="360273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Trial, demo, and contact information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IT Operations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8449056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2377440" cy="109728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IT incidents caused by undetected vulnerabilities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139696"/>
            <a:ext cx="2377440" cy="109728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4942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tools than needed — alert fatigue is critical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3364992"/>
            <a:ext cx="2377440" cy="109728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47472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5488" y="40782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compliance failures stem from certificate &amp; CVE blind spots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80944" y="914400"/>
            <a:ext cx="5815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Pain Points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80944" y="1371600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280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tools create blind spots across hybrid environments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944" y="1938528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18470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unified view of application risk and operational health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80944" y="2505456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24140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CVEs, certificates &amp; compliance managed in silos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80944" y="307238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29809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overload slows incident response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15584" y="1371600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1280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remediation increases error rates &amp; cost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15584" y="1938528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18470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workload complexity demands new optimization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15584" y="2505456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24140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readiness is reactive, not continuous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15584" y="307238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29809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little context — can't prioritize what matters most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agentic IT operations platform that creates a unified operational layer across hybrid environments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2633472" cy="3328416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53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664208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688336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9689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 data from repos, images &amp; environments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08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topology &amp; dependency maps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" y="3712464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62102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 risk across all dimensions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4224528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133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insights via watsonx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00984" y="1225296"/>
            <a:ext cx="2633472" cy="3328416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1353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65576" y="1664208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65576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65576" y="2688336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59689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CVE blast-radius analysis across topology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65576" y="3200400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108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 &amp; certificate posture 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65576" y="3712464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62102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Role-aligned dashboards for all personas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5576" y="4224528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4133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Context-aware remediation recommendations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9048" y="1225296"/>
            <a:ext cx="2633472" cy="3328416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353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1664208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Remediation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 Workflows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3640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688336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59689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 creation from dimension findings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3200400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108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Workflows for task automation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712464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362102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tracking via Manual Execution Time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4224528"/>
            <a:ext cx="73152" cy="73152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4133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Transparent, auditable AI-driven actions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Platform Capabilities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449056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7782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41832"/>
            <a:ext cx="2633472" cy="187452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3716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Instana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" y="1645920"/>
            <a:ext cx="2304288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00784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Full-stack observability across applications, infrastructure, and AI workloads. Connects telemetry into shared context for faster detection and improved reliability.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87782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941832"/>
            <a:ext cx="2633472" cy="187452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058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13716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Turbonomic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645920"/>
            <a:ext cx="2304288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700784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Resource optimization that aligns infrastructure to application demand. Manages performance and cost across hybrid cloud, including GPU optimization for AI workloads.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87782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941832"/>
            <a:ext cx="2633472" cy="187452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0058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08192" y="13716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Concert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08192" y="1645920"/>
            <a:ext cx="2304288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700784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Continuously identifies operational exposures across code, runtime, and dependencies. Prioritizes vulnerabilities by business impact and automates remediation.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980944"/>
            <a:ext cx="4059936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044952"/>
            <a:ext cx="4059936" cy="168249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310896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" y="347472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Resilience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" y="3749040"/>
            <a:ext cx="3730752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803904"/>
            <a:ext cx="3730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Unifies telemetry across domains to show resilience posture and provide guided remediation, reducing downtime and accelerating recovery.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980944"/>
            <a:ext cx="4059936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044952"/>
            <a:ext cx="4059936" cy="168249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10896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Workflows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36592" y="347472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Engine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749040"/>
            <a:ext cx="3730752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803904"/>
            <a:ext cx="3730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Automates repetitive IT tasks and integrates with existing tools. ROI tracking via Manual Execution Time (MET) shows time saved per workflow run.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Outcomes &amp; ROI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449056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1920240" cy="13716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168249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time to resolution via correlated signal 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1920240" cy="13716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241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68249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Tracked per workflow via Manual Execution Time (MET)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17136" y="914400"/>
            <a:ext cx="1920240" cy="13716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0241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45152" y="168249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pane of glass across observability, risk &amp; resilience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01968" y="914400"/>
            <a:ext cx="1920240" cy="13716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10241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9984" y="168249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analysis, decision, and execution with auditability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26334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450592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60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&amp; Resolve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054096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98094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Correlates logs, metrics, events &amp; alerts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4381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3364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Explains root cause via Concert Assistant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3822192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37490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mean time to resolution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" y="4206240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413308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provides full-stack visibility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45536" y="2450592"/>
            <a:ext cx="26334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45536" y="2450592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560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 &amp; Save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73552" y="3054096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98094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Aligns infrastructure to application demand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73552" y="34381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364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Manages hybrid-cloud performance &amp; cost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73552" y="3822192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7490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 allocation optimized for AI workloads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73552" y="4206240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413308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saves measurable team hours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2450592"/>
            <a:ext cx="26334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2450592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71616" y="2560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 &amp; Comply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71616" y="3054096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98094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Prioritizes CVEs by blast-radius &amp; impact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71616" y="34381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33649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Remediates certificates before expiry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71616" y="3822192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7490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compliance posture monitoring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71616" y="4206240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413308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Audit-ready reporting at all times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 Concert?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449056" cy="20117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64008" cy="54864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IT Ops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2070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assistants automate analysis, decisions, and execution — with full transparency and auditability across your teams.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847088"/>
            <a:ext cx="64008" cy="54864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Operational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1396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 connects observability (Instana), optimization (Turbonomic), vulnerability management, and resilience workflows.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779776"/>
            <a:ext cx="64008" cy="54864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&amp; Cloud-Native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" y="30723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on-premises (x86 VMs, Kubernetes, OpenShift) and SaaS. Integrates with ServiceNow, GitHub, Jira, and more.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712464"/>
            <a:ext cx="64008" cy="54864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Persona-Driven 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" y="4005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Tailored experiences for developers, security teams, operations, and executives — all on the same underlying data model.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2194560" cy="402336"/>
          </a:xfrm>
          <a:prstGeom prst="rect">
            <a:avLst/>
          </a:prstGeom>
          <a:solidFill>
            <a:srgbClr val="1261F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95097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960120" cy="402336"/>
          </a:xfrm>
          <a:prstGeom prst="rect">
            <a:avLst/>
          </a:prstGeom>
          <a:solidFill>
            <a:srgbClr val="1261F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950976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09560" y="914400"/>
            <a:ext cx="960120" cy="402336"/>
          </a:xfrm>
          <a:prstGeom prst="rect">
            <a:avLst/>
          </a:prstGeom>
          <a:solidFill>
            <a:srgbClr val="1261F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2712" y="950976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316736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35331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AIOps platform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1316736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35331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9560" y="1316736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82712" y="135331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719072"/>
            <a:ext cx="219456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75564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AI automation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719072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17556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9560" y="1719072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82712" y="17556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121408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157984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CVE blast-radius view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2121408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215798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9560" y="2121408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2712" y="215798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523744"/>
            <a:ext cx="219456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56032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ROI tracking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49440" y="2523744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256032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09560" y="2523744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256032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926080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296265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 workload optimize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2926080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22592" y="2962656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909560" y="2926080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962656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328416"/>
            <a:ext cx="219456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36499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hybrid support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3328416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2592" y="336499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09560" y="3328416"/>
            <a:ext cx="960120" cy="4023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82712" y="336499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us help you get started with IBM Concert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2633472" cy="2560320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" y="19568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 a Live Demo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60320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Experience the Concert Platform Arena view, risk prioritization, and agentic workflows in a guided 30-minute session with an IBM specialist.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00984" y="1280160"/>
            <a:ext cx="2633472" cy="2560320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426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65576" y="19568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 Proof of Concept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65576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560320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Concert on your hybrid environment with IBM support. Ingest your application data and see real CVE and compliance insights within days.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1280160"/>
            <a:ext cx="2633472" cy="2560320"/>
          </a:xfrm>
          <a:prstGeom prst="rect">
            <a:avLst/>
          </a:prstGeom>
          <a:solidFill>
            <a:srgbClr val="1A4FBE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26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19568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 IBM Hong Kong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468880"/>
            <a:ext cx="2304288" cy="20117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560320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 your IBM account team to discuss licensing, deployment options, and integration with your existing toolchain and cloud strategy.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Concert Platform</dc:title>
  <dc:subject>PptxGenJS Presentation</dc:subject>
  <dc:creator>PptxGenJS</dc:creator>
  <cp:lastModifiedBy>PptxGenJS</cp:lastModifiedBy>
  <cp:revision>1</cp:revision>
  <dcterms:created xsi:type="dcterms:W3CDTF">2026-08-14T01:54:54Z</dcterms:created>
  <dcterms:modified xsi:type="dcterms:W3CDTF">2026-08-14T01:54:54Z</dcterms:modified>
</cp:coreProperties>
</file>