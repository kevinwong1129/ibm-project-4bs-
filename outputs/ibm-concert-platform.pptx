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8138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08483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Agentic IT Ops — from Complexity to Clarity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706624"/>
            <a:ext cx="81381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 is the control plane for decisive, AI-driven operations.</a:t>
            </a:r>
            <a:endParaRPr lang="en-US" sz="14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Connecting understanding, decision-making, and execution across your environment.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 |  IBM Hong Kong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2296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9692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" y="138988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77393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modern IT ops is broken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45536" y="8229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82296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9692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38988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7393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unified agentic control plane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82296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82296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96926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9904" y="138988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89904" y="177393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· Optimize · Protect · Resilience · Operate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56032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56032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7066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" y="312724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Outcomes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" y="351129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Speed, risk reduction, cost savings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45536" y="256032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45536" y="256032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066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91840" y="312724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IBM?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351129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vs Dynatrace &amp; Datadog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560320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560320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2706624"/>
            <a:ext cx="2340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089904" y="3127248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89904" y="351129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trial, demo, IBM HK sales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Complexity is outpacing IT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078992"/>
            <a:ext cx="2487168" cy="219456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71%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22311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IT leaders say operational complexity has increased significantly in the last two years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962656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Institute for Business Value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80944" y="1078992"/>
            <a:ext cx="5815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Pain Points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80944" y="1499616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Too many alerts — not enough context to 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80944" y="1975104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Slow root cause analysis across fragmented tools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0944" y="2450592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Growing complexity from AI and hybrid cloud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80944" y="2926080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Teams siloed — no shared operational picture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80944" y="3401568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Reactive operations — incidents found too late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80944" y="3877056"/>
            <a:ext cx="58155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Rising cloud costs with limited optimization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unified control plane: Understand · Decide · Act across your entire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2633472" cy="332841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1673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67512" y="1645920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Contextualised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" y="2377440"/>
            <a:ext cx="2304288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4871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200+ integrations, open ecosystem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298094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Connect signals across all domains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34747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Understand dependencies &amp; root cause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" y="39684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Build context as systems evolve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00984" y="1170432"/>
            <a:ext cx="2633472" cy="332841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5576" y="131673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65576" y="1645920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Multi-Layer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65576" y="2377440"/>
            <a:ext cx="2304288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24871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AI prioritises by business impact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65576" y="298094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Concert Assistant — explain &amp; advise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65576" y="34747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Proactive issue detection before impact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65576" y="39684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Unified risk scoring across workloads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48" y="1170432"/>
            <a:ext cx="2633472" cy="3328416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316736"/>
            <a:ext cx="230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645920"/>
            <a:ext cx="23042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Coordinated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3640" y="2377440"/>
            <a:ext cx="2304288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4871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160+ workflow integrations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298094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Low-code automated remediation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47472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Concert Assistant creates PRs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9684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Initiate actions in systems of record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4462272"/>
            <a:ext cx="2633472" cy="23774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46227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Increased Speed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00984" y="4462272"/>
            <a:ext cx="2633472" cy="23774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00984" y="446227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Risk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99048" y="4462272"/>
            <a:ext cx="2633472" cy="237744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446227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Cost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Capabilities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modular capabilities — each individually deployable, all more powerful together.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60704"/>
            <a:ext cx="2633472" cy="193852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6070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18872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" y="155448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Instana &amp; SevOne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3776" y="1828800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883664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Full-stack observability across apps, infra, and AI workloads. Detect issues faster with connected telemetry.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45536" y="1060704"/>
            <a:ext cx="2633472" cy="193852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45536" y="106070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8872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Turbonomic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0" y="1828800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883664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Resource optimisation aligned to application demand. Manage performance and cost — including GPU for AI.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060704"/>
            <a:ext cx="2633472" cy="193852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1060704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18872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89904" y="1554480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Concert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9904" y="1828800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1883664"/>
            <a:ext cx="23408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Proactively identify and remediate vulnerabilities, certificate risks, and code-level security issues.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163824"/>
            <a:ext cx="4059936" cy="156362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163824"/>
            <a:ext cx="4059936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29184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3776" y="36576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Concert &amp; NS1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3776" y="3931920"/>
            <a:ext cx="3767328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" y="3986784"/>
            <a:ext cx="376732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Maintain reliability with unified telemetry, guided remediation, and DNS failover across domains.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3163824"/>
            <a:ext cx="4059936" cy="156362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163824"/>
            <a:ext cx="4059936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3291840"/>
            <a:ext cx="3767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718304" y="3657600"/>
            <a:ext cx="3767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AIOps &amp; Concert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18304" y="3931920"/>
            <a:ext cx="3767328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986784"/>
            <a:ext cx="376732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Orchestrate incident response with low-code workflows and 160+ integrations across events and teams.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 Business Outcomes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69494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Measurable impact across speed, risk, and cost — from day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060704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60704"/>
            <a:ext cx="201168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" y="1901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reduction in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 time to resolve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23744" y="1060704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1060704"/>
            <a:ext cx="201168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15184" y="1901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fewer critical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vulnerabilities open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060704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0016" y="1060704"/>
            <a:ext cx="201168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91456" y="1901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cost savings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optimization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76288" y="1060704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6288" y="1060704"/>
            <a:ext cx="201168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11887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160+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967728" y="190195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workflow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2596896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596896"/>
            <a:ext cx="265176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7249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Increased Speed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" y="3127248"/>
            <a:ext cx="2395728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218688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Accelerate incident resolution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369417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Proactive issue detection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" y="416966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Faster app delivery cycles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36976" y="2596896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2596896"/>
            <a:ext cx="265176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27249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Risk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64992" y="3127248"/>
            <a:ext cx="2395728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3218688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Unified vulnerability posture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369417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Certificate risk management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64992" y="416966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Compliance &amp; audit readiness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2596896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2596896"/>
            <a:ext cx="265176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2724912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Reduced Cost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54496" y="3127248"/>
            <a:ext cx="2395728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3218688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AI-driven cloud optimization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54496" y="3694176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Tool consolidation savings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54496" y="4169664"/>
            <a:ext cx="23957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Automated workflow ROI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IBM Concert Platform?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54864" cy="27432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768096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On-Prem &amp; SaaS — Your Choice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152144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Datadog &amp; New Relic are SaaS-only. Concert runs on-prem, SaaS, and air-gapped environments.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1773936"/>
            <a:ext cx="54864" cy="27432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19072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Truly Open — No Rip &amp; Replace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2103120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200+ integrations. Concert makes your existing stack smarter — no IBM-only lock-in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724912"/>
            <a:ext cx="54864" cy="27432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670048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That Acts — Not Just Analyses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2064" y="3054096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Assistant creates PRs automatically. Dynatrace and Datadog only explain and recommend.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3675888"/>
            <a:ext cx="54864" cy="27432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621024"/>
            <a:ext cx="41330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Platform — One Identity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4005072"/>
            <a:ext cx="41330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data layer, shared identity, unified workflows. No manual stitching across siloed tools.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73168" y="768096"/>
            <a:ext cx="1554480" cy="38404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768096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27648" y="768096"/>
            <a:ext cx="969264" cy="38404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768096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96912" y="768096"/>
            <a:ext cx="914400" cy="38404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51776" y="76809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Dynatrace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11312" y="768096"/>
            <a:ext cx="877824" cy="38404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66176" y="768096"/>
            <a:ext cx="7680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Datadog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73168" y="1152144"/>
            <a:ext cx="1554480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152144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On-Prem deploy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27648" y="1152144"/>
            <a:ext cx="969264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152144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Yes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96912" y="1152144"/>
            <a:ext cx="914400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776" y="1152144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Yes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11312" y="1152144"/>
            <a:ext cx="877824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66176" y="1152144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❌ No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159105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1591056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ecosystem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27648" y="1591056"/>
            <a:ext cx="9692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82512" y="1591056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200+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96912" y="1591056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51776" y="1591056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⚠️ Limited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11312" y="1591056"/>
            <a:ext cx="8778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1591056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600+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73168" y="2029968"/>
            <a:ext cx="1554480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2029968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creates PRs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27648" y="2029968"/>
            <a:ext cx="969264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82512" y="2029968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Yes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96912" y="2029968"/>
            <a:ext cx="914400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51776" y="2029968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❌ No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211312" y="2029968"/>
            <a:ext cx="877824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66176" y="2029968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Yes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73168" y="246888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468880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platform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27648" y="2468880"/>
            <a:ext cx="9692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2468880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Yes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96912" y="2468880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51776" y="2468880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211312" y="2468880"/>
            <a:ext cx="8778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66176" y="2468880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73168" y="2907792"/>
            <a:ext cx="1554480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8032" y="2907792"/>
            <a:ext cx="14447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ITOps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27648" y="2907792"/>
            <a:ext cx="969264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82512" y="2907792"/>
            <a:ext cx="85953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✅ Full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96912" y="2907792"/>
            <a:ext cx="914400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51776" y="2907792"/>
            <a:ext cx="8046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⚠️ Detect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211312" y="2907792"/>
            <a:ext cx="877824" cy="438912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66176" y="2907792"/>
            <a:ext cx="7680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⚠️ Detect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Started with IBM Concert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ways to begin your journey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2633472" cy="2834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29844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9224" y="18288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Your Free Trial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" y="2322576"/>
            <a:ext cx="2340864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" y="2414016"/>
            <a:ext cx="234086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30-day, fully provisioned experience. Explore the platform with sample data or upload your own for a personalised trial.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9224" y="34198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ibm.com/concert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0984" y="1133856"/>
            <a:ext cx="2633472" cy="2834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29844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47288" y="18288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a Demo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47288" y="2322576"/>
            <a:ext cx="2340864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47288" y="2414016"/>
            <a:ext cx="234086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Get a customised demonstration of Concert capabilities and the transformational impact they can have on your operations.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34198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 an appointment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48" y="1133856"/>
            <a:ext cx="2633472" cy="28346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298448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45352" y="1828800"/>
            <a:ext cx="23408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Talk to an IBM Expert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5352" y="2322576"/>
            <a:ext cx="2340864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2414016"/>
            <a:ext cx="2340864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with our IBM Hong Kong team to design the right Concert platform solution for your hybrid environment.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45352" y="3419856"/>
            <a:ext cx="23408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Hong Kong Sales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69180"/>
            <a:ext cx="9144000" cy="914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70094"/>
            <a:ext cx="9144000" cy="27340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2026-08-11T08:03:54Z</dcterms:created>
  <dcterms:modified xsi:type="dcterms:W3CDTF">2026-08-11T08:03:54Z</dcterms:modified>
</cp:coreProperties>
</file>